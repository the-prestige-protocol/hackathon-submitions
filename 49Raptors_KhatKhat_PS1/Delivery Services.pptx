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lvetica World Bold" charset="1" panose="020B0800040000020004"/>
      <p:regular r:id="rId14"/>
    </p:embeddedFont>
    <p:embeddedFont>
      <p:font typeface="Helvetica World" charset="1" panose="020B0500040000020004"/>
      <p:regular r:id="rId15"/>
    </p:embeddedFont>
    <p:embeddedFont>
      <p:font typeface="Helvetica World Italics" charset="1" panose="020B0500040000090004"/>
      <p:regular r:id="rId16"/>
    </p:embeddedFont>
    <p:embeddedFont>
      <p:font typeface="Helvetica World Bold Italics" charset="1" panose="020B080004000009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9948" y="1259207"/>
            <a:ext cx="9728029" cy="209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46"/>
              </a:lnSpc>
            </a:pPr>
            <a:r>
              <a:rPr lang="en-US" b="true" sz="18251" spc="-1277">
                <a:solidFill>
                  <a:srgbClr val="E467A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KhatKhat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28985" y="1300644"/>
            <a:ext cx="6164719" cy="8229600"/>
          </a:xfrm>
          <a:custGeom>
            <a:avLst/>
            <a:gdLst/>
            <a:ahLst/>
            <a:cxnLst/>
            <a:rect r="r" b="b" t="t" l="l"/>
            <a:pathLst>
              <a:path h="8229600" w="6164719">
                <a:moveTo>
                  <a:pt x="0" y="0"/>
                </a:moveTo>
                <a:lnTo>
                  <a:pt x="6164719" y="0"/>
                </a:lnTo>
                <a:lnTo>
                  <a:pt x="61647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44994" y="9520719"/>
            <a:ext cx="4283093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4530322" y="9511194"/>
            <a:ext cx="1630207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409712" y="5818780"/>
            <a:ext cx="498368" cy="206198"/>
            <a:chOff x="0" y="0"/>
            <a:chExt cx="131257" cy="543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11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911345" y="6193301"/>
            <a:ext cx="498368" cy="206198"/>
            <a:chOff x="0" y="0"/>
            <a:chExt cx="131257" cy="543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114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44994" y="1699781"/>
            <a:ext cx="345968" cy="143143"/>
            <a:chOff x="0" y="0"/>
            <a:chExt cx="91119" cy="37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114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5222" y="3693467"/>
            <a:ext cx="6713784" cy="175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8"/>
              </a:lnSpc>
            </a:pPr>
            <a:r>
              <a:rPr lang="en-US" b="true" sz="6406" spc="-448">
                <a:solidFill>
                  <a:srgbClr val="FF751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</a:t>
            </a:r>
          </a:p>
          <a:p>
            <a:pPr algn="just">
              <a:lnSpc>
                <a:spcPts val="4228"/>
              </a:lnSpc>
            </a:pPr>
          </a:p>
          <a:p>
            <a:pPr algn="just">
              <a:lnSpc>
                <a:spcPts val="403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75222" y="4570645"/>
            <a:ext cx="12717078" cy="452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2"/>
              </a:lnSpc>
              <a:spcBef>
                <a:spcPct val="0"/>
              </a:spcBef>
            </a:pPr>
            <a:r>
              <a:rPr lang="en-US" sz="3694" spc="-110">
                <a:solidFill>
                  <a:srgbClr val="FF751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smaller cities like G</a:t>
            </a:r>
            <a:r>
              <a:rPr lang="en-US" sz="3694" spc="-110">
                <a:solidFill>
                  <a:srgbClr val="FF751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oa, there is still no fast</a:t>
            </a:r>
          </a:p>
          <a:p>
            <a:pPr algn="just">
              <a:lnSpc>
                <a:spcPts val="5172"/>
              </a:lnSpc>
              <a:spcBef>
                <a:spcPct val="0"/>
              </a:spcBef>
            </a:pPr>
            <a:r>
              <a:rPr lang="en-US" sz="3694" spc="-110">
                <a:solidFill>
                  <a:srgbClr val="FF751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reliable infrastructure for urgent person-to-person deliveries</a:t>
            </a:r>
          </a:p>
          <a:p>
            <a:pPr algn="just">
              <a:lnSpc>
                <a:spcPts val="5172"/>
              </a:lnSpc>
              <a:spcBef>
                <a:spcPct val="0"/>
              </a:spcBef>
            </a:pPr>
            <a:r>
              <a:rPr lang="en-US" sz="3694" spc="-110">
                <a:solidFill>
                  <a:srgbClr val="FF751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gap creates daily friction for students, professionals, shop owners, hospitals, and local communities. The challenge is not just delivery — it is intelligent coordination in real time.</a:t>
            </a:r>
          </a:p>
          <a:p>
            <a:pPr algn="just">
              <a:lnSpc>
                <a:spcPts val="5172"/>
              </a:lnSpc>
              <a:spcBef>
                <a:spcPct val="0"/>
              </a:spcBef>
            </a:pPr>
            <a:r>
              <a:rPr lang="en-US" sz="3694" spc="-110">
                <a:solidFill>
                  <a:srgbClr val="FF751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just">
              <a:lnSpc>
                <a:spcPts val="51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235" y="1088421"/>
            <a:ext cx="10238480" cy="214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</a:p>
          <a:p>
            <a:pPr algn="l">
              <a:lnSpc>
                <a:spcPts val="7139"/>
              </a:lnSpc>
            </a:pPr>
            <a:r>
              <a:rPr lang="en-US" sz="10816" spc="-757" b="true">
                <a:solidFill>
                  <a:srgbClr val="E467A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Members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149414" y="1076325"/>
            <a:ext cx="4414058" cy="8229600"/>
          </a:xfrm>
          <a:custGeom>
            <a:avLst/>
            <a:gdLst/>
            <a:ahLst/>
            <a:cxnLst/>
            <a:rect r="r" b="b" t="t" l="l"/>
            <a:pathLst>
              <a:path h="8229600" w="4414058">
                <a:moveTo>
                  <a:pt x="0" y="0"/>
                </a:moveTo>
                <a:lnTo>
                  <a:pt x="4414058" y="0"/>
                </a:lnTo>
                <a:lnTo>
                  <a:pt x="44140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1541513" y="9248775"/>
            <a:ext cx="4283093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812758" y="6570949"/>
            <a:ext cx="5255013" cy="3783610"/>
          </a:xfrm>
          <a:custGeom>
            <a:avLst/>
            <a:gdLst/>
            <a:ahLst/>
            <a:cxnLst/>
            <a:rect r="r" b="b" t="t" l="l"/>
            <a:pathLst>
              <a:path h="3783610" w="5255013">
                <a:moveTo>
                  <a:pt x="0" y="0"/>
                </a:moveTo>
                <a:lnTo>
                  <a:pt x="5255014" y="0"/>
                </a:lnTo>
                <a:lnTo>
                  <a:pt x="5255014" y="3783610"/>
                </a:lnTo>
                <a:lnTo>
                  <a:pt x="0" y="3783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09712" y="5818780"/>
            <a:ext cx="498368" cy="206198"/>
            <a:chOff x="0" y="0"/>
            <a:chExt cx="131257" cy="543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911345" y="6193301"/>
            <a:ext cx="498368" cy="206198"/>
            <a:chOff x="0" y="0"/>
            <a:chExt cx="131257" cy="543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62646" y="8067263"/>
            <a:ext cx="345968" cy="143143"/>
            <a:chOff x="0" y="0"/>
            <a:chExt cx="91119" cy="37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035407" y="9248775"/>
            <a:ext cx="1299292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597126" y="3074973"/>
            <a:ext cx="6768941" cy="641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6"/>
              </a:lnSpc>
            </a:pPr>
            <a:r>
              <a:rPr lang="en-US" sz="8425" i="true" spc="-252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Waylen Barreto</a:t>
            </a:r>
          </a:p>
          <a:p>
            <a:pPr algn="ctr">
              <a:lnSpc>
                <a:spcPts val="11796"/>
              </a:lnSpc>
            </a:pPr>
            <a:r>
              <a:rPr lang="en-US" sz="8425" i="true" spc="-252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Amey Kapdi</a:t>
            </a:r>
          </a:p>
          <a:p>
            <a:pPr algn="ctr">
              <a:lnSpc>
                <a:spcPts val="11796"/>
              </a:lnSpc>
            </a:pPr>
            <a:r>
              <a:rPr lang="en-US" sz="8425" i="true" spc="-252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Geetesh Naik</a:t>
            </a:r>
          </a:p>
          <a:p>
            <a:pPr algn="ctr">
              <a:lnSpc>
                <a:spcPts val="11796"/>
              </a:lnSpc>
              <a:spcBef>
                <a:spcPct val="0"/>
              </a:spcBef>
            </a:pPr>
            <a:r>
              <a:rPr lang="en-US" sz="8425" i="true" spc="-252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Yash Bavkar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0235" y="806261"/>
            <a:ext cx="10238480" cy="109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10816" spc="-757">
                <a:solidFill>
                  <a:srgbClr val="E467A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49 Raptors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235" y="1152973"/>
            <a:ext cx="14652664" cy="163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71"/>
              </a:lnSpc>
            </a:pPr>
            <a:r>
              <a:rPr lang="en-US" b="true" sz="14351" spc="-1004">
                <a:solidFill>
                  <a:srgbClr val="E467A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Our Approach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053005" y="5143500"/>
            <a:ext cx="7013260" cy="7223395"/>
          </a:xfrm>
          <a:custGeom>
            <a:avLst/>
            <a:gdLst/>
            <a:ahLst/>
            <a:cxnLst/>
            <a:rect r="r" b="b" t="t" l="l"/>
            <a:pathLst>
              <a:path h="7223395" w="7013260">
                <a:moveTo>
                  <a:pt x="0" y="0"/>
                </a:moveTo>
                <a:lnTo>
                  <a:pt x="7013260" y="0"/>
                </a:lnTo>
                <a:lnTo>
                  <a:pt x="7013260" y="7223395"/>
                </a:lnTo>
                <a:lnTo>
                  <a:pt x="0" y="7223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9027249"/>
            <a:ext cx="345968" cy="143143"/>
            <a:chOff x="0" y="0"/>
            <a:chExt cx="91119" cy="3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E467A2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61267" y="5139335"/>
            <a:ext cx="498368" cy="206198"/>
            <a:chOff x="0" y="0"/>
            <a:chExt cx="131257" cy="54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2899" y="4745594"/>
            <a:ext cx="498368" cy="206198"/>
            <a:chOff x="0" y="0"/>
            <a:chExt cx="131257" cy="543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71048" y="5528138"/>
            <a:ext cx="345968" cy="143143"/>
            <a:chOff x="0" y="0"/>
            <a:chExt cx="91119" cy="37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1168730"/>
            <a:ext cx="345968" cy="143143"/>
            <a:chOff x="0" y="0"/>
            <a:chExt cx="91119" cy="37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E467A2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0" y="3300186"/>
            <a:ext cx="14092817" cy="6678669"/>
          </a:xfrm>
          <a:custGeom>
            <a:avLst/>
            <a:gdLst/>
            <a:ahLst/>
            <a:cxnLst/>
            <a:rect r="r" b="b" t="t" l="l"/>
            <a:pathLst>
              <a:path h="6678669" w="14092817">
                <a:moveTo>
                  <a:pt x="0" y="0"/>
                </a:moveTo>
                <a:lnTo>
                  <a:pt x="14092817" y="0"/>
                </a:lnTo>
                <a:lnTo>
                  <a:pt x="14092817" y="6678669"/>
                </a:lnTo>
                <a:lnTo>
                  <a:pt x="0" y="6678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535" r="0" b="-854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68968" y="5408056"/>
            <a:ext cx="8441033" cy="5540387"/>
          </a:xfrm>
          <a:custGeom>
            <a:avLst/>
            <a:gdLst/>
            <a:ahLst/>
            <a:cxnLst/>
            <a:rect r="r" b="b" t="t" l="l"/>
            <a:pathLst>
              <a:path h="5540387" w="8441033">
                <a:moveTo>
                  <a:pt x="0" y="0"/>
                </a:moveTo>
                <a:lnTo>
                  <a:pt x="8441033" y="0"/>
                </a:lnTo>
                <a:lnTo>
                  <a:pt x="8441033" y="5540387"/>
                </a:lnTo>
                <a:lnTo>
                  <a:pt x="0" y="5540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4721" y="1422441"/>
            <a:ext cx="498368" cy="206198"/>
            <a:chOff x="0" y="0"/>
            <a:chExt cx="131257" cy="543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296353" y="1028700"/>
            <a:ext cx="498368" cy="206198"/>
            <a:chOff x="0" y="0"/>
            <a:chExt cx="131257" cy="543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8035106"/>
            <a:ext cx="345968" cy="143143"/>
            <a:chOff x="0" y="0"/>
            <a:chExt cx="91119" cy="37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E467A2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67528" y="4706885"/>
            <a:ext cx="345968" cy="143143"/>
            <a:chOff x="0" y="0"/>
            <a:chExt cx="91119" cy="37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2857" y="2457043"/>
            <a:ext cx="13481276" cy="6514407"/>
          </a:xfrm>
          <a:custGeom>
            <a:avLst/>
            <a:gdLst/>
            <a:ahLst/>
            <a:cxnLst/>
            <a:rect r="r" b="b" t="t" l="l"/>
            <a:pathLst>
              <a:path h="6514407" w="13481276">
                <a:moveTo>
                  <a:pt x="0" y="0"/>
                </a:moveTo>
                <a:lnTo>
                  <a:pt x="13481276" y="0"/>
                </a:lnTo>
                <a:lnTo>
                  <a:pt x="13481276" y="6514408"/>
                </a:lnTo>
                <a:lnTo>
                  <a:pt x="0" y="6514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849" r="0" b="-671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1368" y="695857"/>
            <a:ext cx="13887920" cy="120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6"/>
              </a:lnSpc>
            </a:pPr>
            <a:r>
              <a:rPr lang="en-US" b="true" sz="10540" spc="-737">
                <a:solidFill>
                  <a:srgbClr val="E467A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688" y="3637514"/>
            <a:ext cx="7771752" cy="7065229"/>
          </a:xfrm>
          <a:custGeom>
            <a:avLst/>
            <a:gdLst/>
            <a:ahLst/>
            <a:cxnLst/>
            <a:rect r="r" b="b" t="t" l="l"/>
            <a:pathLst>
              <a:path h="7065229" w="7771752">
                <a:moveTo>
                  <a:pt x="0" y="0"/>
                </a:moveTo>
                <a:lnTo>
                  <a:pt x="7771753" y="0"/>
                </a:lnTo>
                <a:lnTo>
                  <a:pt x="7771753" y="7065229"/>
                </a:lnTo>
                <a:lnTo>
                  <a:pt x="0" y="7065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032967" y="9248493"/>
            <a:ext cx="7131083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760932" y="3928156"/>
            <a:ext cx="498368" cy="206198"/>
            <a:chOff x="0" y="0"/>
            <a:chExt cx="131257" cy="543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62564" y="3534415"/>
            <a:ext cx="498368" cy="206198"/>
            <a:chOff x="0" y="0"/>
            <a:chExt cx="131257" cy="54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31358" y="9115157"/>
            <a:ext cx="345968" cy="143143"/>
            <a:chOff x="0" y="0"/>
            <a:chExt cx="91119" cy="3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E467A2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046108" y="4408705"/>
            <a:ext cx="345968" cy="143143"/>
            <a:chOff x="0" y="0"/>
            <a:chExt cx="91119" cy="37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196475" y="1766393"/>
            <a:ext cx="15411979" cy="5889139"/>
          </a:xfrm>
          <a:custGeom>
            <a:avLst/>
            <a:gdLst/>
            <a:ahLst/>
            <a:cxnLst/>
            <a:rect r="r" b="b" t="t" l="l"/>
            <a:pathLst>
              <a:path h="5889139" w="15411979">
                <a:moveTo>
                  <a:pt x="0" y="0"/>
                </a:moveTo>
                <a:lnTo>
                  <a:pt x="15411979" y="0"/>
                </a:lnTo>
                <a:lnTo>
                  <a:pt x="15411979" y="5889139"/>
                </a:lnTo>
                <a:lnTo>
                  <a:pt x="0" y="5889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917" r="0" b="-1238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76667" y="781050"/>
            <a:ext cx="11734666" cy="176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3"/>
              </a:lnSpc>
            </a:pPr>
            <a:r>
              <a:rPr lang="en-US" b="true" sz="15322" spc="-1072">
                <a:solidFill>
                  <a:srgbClr val="E467A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Techstack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188794" y="628650"/>
            <a:ext cx="20249774" cy="138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5"/>
              </a:lnSpc>
            </a:pPr>
            <a:r>
              <a:rPr lang="en-US" b="true" sz="12129" spc="-849">
                <a:solidFill>
                  <a:srgbClr val="E467A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 &amp; Feasibility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823926" y="3240348"/>
            <a:ext cx="7021088" cy="7272314"/>
          </a:xfrm>
          <a:custGeom>
            <a:avLst/>
            <a:gdLst/>
            <a:ahLst/>
            <a:cxnLst/>
            <a:rect r="r" b="b" t="t" l="l"/>
            <a:pathLst>
              <a:path h="7272314" w="7021088">
                <a:moveTo>
                  <a:pt x="0" y="0"/>
                </a:moveTo>
                <a:lnTo>
                  <a:pt x="7021088" y="0"/>
                </a:lnTo>
                <a:lnTo>
                  <a:pt x="7021088" y="7272313"/>
                </a:lnTo>
                <a:lnTo>
                  <a:pt x="0" y="7272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098621" y="1673534"/>
            <a:ext cx="498368" cy="206198"/>
            <a:chOff x="0" y="0"/>
            <a:chExt cx="131257" cy="543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600253" y="2116416"/>
            <a:ext cx="498368" cy="206198"/>
            <a:chOff x="0" y="0"/>
            <a:chExt cx="131257" cy="54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57433" y="6783860"/>
            <a:ext cx="345968" cy="143143"/>
            <a:chOff x="0" y="0"/>
            <a:chExt cx="91119" cy="3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E467A2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66023" y="3905229"/>
            <a:ext cx="345968" cy="143143"/>
            <a:chOff x="0" y="0"/>
            <a:chExt cx="91119" cy="37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476431" y="1879732"/>
            <a:ext cx="12250118" cy="8498167"/>
          </a:xfrm>
          <a:custGeom>
            <a:avLst/>
            <a:gdLst/>
            <a:ahLst/>
            <a:cxnLst/>
            <a:rect r="r" b="b" t="t" l="l"/>
            <a:pathLst>
              <a:path h="8498167" w="12250118">
                <a:moveTo>
                  <a:pt x="0" y="0"/>
                </a:moveTo>
                <a:lnTo>
                  <a:pt x="12250118" y="0"/>
                </a:lnTo>
                <a:lnTo>
                  <a:pt x="12250118" y="8498167"/>
                </a:lnTo>
                <a:lnTo>
                  <a:pt x="0" y="8498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25" b="-6083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030543"/>
            <a:ext cx="227757" cy="227757"/>
          </a:xfrm>
          <a:custGeom>
            <a:avLst/>
            <a:gdLst/>
            <a:ahLst/>
            <a:cxnLst/>
            <a:rect r="r" b="b" t="t" l="l"/>
            <a:pathLst>
              <a:path h="227757" w="227757">
                <a:moveTo>
                  <a:pt x="0" y="0"/>
                </a:moveTo>
                <a:lnTo>
                  <a:pt x="227757" y="0"/>
                </a:lnTo>
                <a:lnTo>
                  <a:pt x="227757" y="227757"/>
                </a:lnTo>
                <a:lnTo>
                  <a:pt x="0" y="227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53149" y="263605"/>
            <a:ext cx="10181701" cy="121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6"/>
              </a:lnSpc>
            </a:pPr>
            <a:r>
              <a:rPr lang="en-US" sz="10267" spc="-718" b="true">
                <a:solidFill>
                  <a:srgbClr val="E467A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Business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60727" y="8862761"/>
            <a:ext cx="395539" cy="39553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CDD"/>
            </a:solidFill>
            <a:ln w="19050" cap="sq">
              <a:solidFill>
                <a:srgbClr val="231F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62927" y="7352880"/>
            <a:ext cx="498368" cy="206198"/>
            <a:chOff x="0" y="0"/>
            <a:chExt cx="131257" cy="54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64559" y="7795762"/>
            <a:ext cx="498368" cy="206198"/>
            <a:chOff x="0" y="0"/>
            <a:chExt cx="131257" cy="543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23769" y="7898861"/>
            <a:ext cx="345968" cy="143143"/>
            <a:chOff x="0" y="0"/>
            <a:chExt cx="91119" cy="37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E467A2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73534" y="1669207"/>
            <a:ext cx="345968" cy="143143"/>
            <a:chOff x="0" y="0"/>
            <a:chExt cx="91119" cy="37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274156" y="1330993"/>
            <a:ext cx="12982256" cy="8700194"/>
          </a:xfrm>
          <a:custGeom>
            <a:avLst/>
            <a:gdLst/>
            <a:ahLst/>
            <a:cxnLst/>
            <a:rect r="r" b="b" t="t" l="l"/>
            <a:pathLst>
              <a:path h="8700194" w="12982256">
                <a:moveTo>
                  <a:pt x="0" y="0"/>
                </a:moveTo>
                <a:lnTo>
                  <a:pt x="12982256" y="0"/>
                </a:lnTo>
                <a:lnTo>
                  <a:pt x="12982256" y="8700193"/>
                </a:lnTo>
                <a:lnTo>
                  <a:pt x="0" y="8700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86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848" y="4655014"/>
            <a:ext cx="8933093" cy="177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31"/>
              </a:lnSpc>
            </a:pPr>
            <a:r>
              <a:rPr lang="en-US" b="true" sz="15501" i="true" spc="-1085">
                <a:solidFill>
                  <a:srgbClr val="E467A2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73567" y="1735258"/>
            <a:ext cx="8536387" cy="7760351"/>
          </a:xfrm>
          <a:custGeom>
            <a:avLst/>
            <a:gdLst/>
            <a:ahLst/>
            <a:cxnLst/>
            <a:rect r="r" b="b" t="t" l="l"/>
            <a:pathLst>
              <a:path h="7760351" w="8536387">
                <a:moveTo>
                  <a:pt x="0" y="0"/>
                </a:moveTo>
                <a:lnTo>
                  <a:pt x="8536387" y="0"/>
                </a:lnTo>
                <a:lnTo>
                  <a:pt x="8536387" y="7760352"/>
                </a:lnTo>
                <a:lnTo>
                  <a:pt x="0" y="776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7997184" y="9248493"/>
            <a:ext cx="9262116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6781191"/>
            <a:ext cx="345968" cy="143143"/>
            <a:chOff x="0" y="0"/>
            <a:chExt cx="91119" cy="37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E467A2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84208" y="3477070"/>
            <a:ext cx="345968" cy="143143"/>
            <a:chOff x="0" y="0"/>
            <a:chExt cx="91119" cy="37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119" cy="37700"/>
            </a:xfrm>
            <a:custGeom>
              <a:avLst/>
              <a:gdLst/>
              <a:ahLst/>
              <a:cxnLst/>
              <a:rect r="r" b="b" t="t" l="l"/>
              <a:pathLst>
                <a:path h="37700" w="91119">
                  <a:moveTo>
                    <a:pt x="18850" y="0"/>
                  </a:moveTo>
                  <a:lnTo>
                    <a:pt x="72269" y="0"/>
                  </a:lnTo>
                  <a:cubicBezTo>
                    <a:pt x="82680" y="0"/>
                    <a:pt x="91119" y="8439"/>
                    <a:pt x="91119" y="18850"/>
                  </a:cubicBezTo>
                  <a:lnTo>
                    <a:pt x="91119" y="18850"/>
                  </a:lnTo>
                  <a:cubicBezTo>
                    <a:pt x="91119" y="29261"/>
                    <a:pt x="82680" y="37700"/>
                    <a:pt x="72269" y="37700"/>
                  </a:cubicBezTo>
                  <a:lnTo>
                    <a:pt x="18850" y="37700"/>
                  </a:lnTo>
                  <a:cubicBezTo>
                    <a:pt x="8439" y="37700"/>
                    <a:pt x="0" y="29261"/>
                    <a:pt x="0" y="18850"/>
                  </a:cubicBezTo>
                  <a:lnTo>
                    <a:pt x="0" y="18850"/>
                  </a:lnTo>
                  <a:cubicBezTo>
                    <a:pt x="0" y="8439"/>
                    <a:pt x="8439" y="0"/>
                    <a:pt x="18850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91119" cy="3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63435" y="2787891"/>
            <a:ext cx="498368" cy="206198"/>
            <a:chOff x="0" y="0"/>
            <a:chExt cx="131257" cy="543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FFECD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511373" y="2994089"/>
            <a:ext cx="498368" cy="206198"/>
            <a:chOff x="0" y="0"/>
            <a:chExt cx="131257" cy="543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257" cy="54307"/>
            </a:xfrm>
            <a:custGeom>
              <a:avLst/>
              <a:gdLst/>
              <a:ahLst/>
              <a:cxnLst/>
              <a:rect r="r" b="b" t="t" l="l"/>
              <a:pathLst>
                <a:path h="54307" w="131257">
                  <a:moveTo>
                    <a:pt x="27154" y="0"/>
                  </a:moveTo>
                  <a:lnTo>
                    <a:pt x="104104" y="0"/>
                  </a:lnTo>
                  <a:cubicBezTo>
                    <a:pt x="111305" y="0"/>
                    <a:pt x="118212" y="2861"/>
                    <a:pt x="123304" y="7953"/>
                  </a:cubicBezTo>
                  <a:cubicBezTo>
                    <a:pt x="128397" y="13045"/>
                    <a:pt x="131257" y="19952"/>
                    <a:pt x="131257" y="27154"/>
                  </a:cubicBezTo>
                  <a:lnTo>
                    <a:pt x="131257" y="27154"/>
                  </a:lnTo>
                  <a:cubicBezTo>
                    <a:pt x="131257" y="42150"/>
                    <a:pt x="119100" y="54307"/>
                    <a:pt x="104104" y="54307"/>
                  </a:cubicBezTo>
                  <a:lnTo>
                    <a:pt x="27154" y="54307"/>
                  </a:lnTo>
                  <a:cubicBezTo>
                    <a:pt x="19952" y="54307"/>
                    <a:pt x="13045" y="51447"/>
                    <a:pt x="7953" y="46354"/>
                  </a:cubicBezTo>
                  <a:cubicBezTo>
                    <a:pt x="2861" y="41262"/>
                    <a:pt x="0" y="34355"/>
                    <a:pt x="0" y="27154"/>
                  </a:cubicBezTo>
                  <a:lnTo>
                    <a:pt x="0" y="27154"/>
                  </a:lnTo>
                  <a:cubicBezTo>
                    <a:pt x="0" y="19952"/>
                    <a:pt x="2861" y="13045"/>
                    <a:pt x="7953" y="7953"/>
                  </a:cubicBezTo>
                  <a:cubicBezTo>
                    <a:pt x="13045" y="2861"/>
                    <a:pt x="19952" y="0"/>
                    <a:pt x="27154" y="0"/>
                  </a:cubicBezTo>
                  <a:close/>
                </a:path>
              </a:pathLst>
            </a:custGeom>
            <a:solidFill>
              <a:srgbClr val="5BA2AD"/>
            </a:solidFill>
            <a:ln w="19050" cap="rnd">
              <a:solidFill>
                <a:srgbClr val="1E1E1E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131257" cy="6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8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DAHJsyCbY9g</dc:identifier>
  <dcterms:modified xsi:type="dcterms:W3CDTF">2011-08-01T06:04:30Z</dcterms:modified>
  <cp:revision>1</cp:revision>
  <dc:title>Delivery Services</dc:title>
</cp:coreProperties>
</file>